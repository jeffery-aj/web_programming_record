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374" r:id="rId4"/>
    <p:sldId id="372" r:id="rId5"/>
    <p:sldId id="373" r:id="rId6"/>
    <p:sldId id="377" r:id="rId15"/>
    <p:sldId id="378" r:id="rId16"/>
    <p:sldId id="379" r:id="rId17"/>
    <p:sldId id="380" r:id="rId18"/>
    <p:sldId id="375" r:id="rId7"/>
    <p:sldId id="371" r:id="rId8"/>
    <p:sldId id="3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32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pPr>
              <a:lnSpc>
                <a:spcPct val="150000"/>
              </a:lnSpc>
            </a:pPr>
            <a:r>
              <a:rPr lang="en-IN" sz="28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JARVIS: AI-ORCHESTRATED KALI LINUX</a:t>
            </a:r>
          </a:p>
          <a:p>
            <a:pPr>
              <a:lnSpc>
                <a:spcPct val="150000"/>
              </a:lnSpc>
            </a:pPr>
            <a:r>
              <a:rPr lang="en-IN" sz="28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PLATFORM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JEFFERY ANTONY J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241901041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/>
          <a:lstStyle/>
          <a:p>
            <a:r>
              <a:rPr lang="en-IN" sz="1800" b="1"/>
              <a:t>AI-orchestrated Kali Linux operations</a:t>
            </a:r>
          </a:p>
          <a:p>
            <a:r>
              <a:rPr lang="en-IN" sz="1800"/>
              <a:t>Security tools need command syntax and manual output chaining. Letting an AI model run raw shell commands risks injection and unsafe changes.</a:t>
            </a:r>
          </a:p>
          <a:p>
            <a:r>
              <a:rPr lang="en-IN" sz="1800"/>
              <a:t>JARVIS keeps AI planning separate from backend validation and execution, using structured function calling.</a:t>
            </a:r>
          </a:p>
          <a:p>
            <a:r>
              <a:rPr lang="en-IN" sz="1800"/>
              <a:t>Approved actions run on a Kali Linux VM through SSH/SFTP, or in a simulation mode for testing.</a:t>
            </a:r>
          </a:p>
          <a:p>
            <a:r>
              <a:rPr lang="en-IN" sz="1800" b="1"/>
              <a:t>JARVIS</a:t>
            </a:r>
            <a:r>
              <a:rPr lang="en-IN" sz="1800"/>
              <a:t> adds a tool registry, dual permission gates, upload checks and a history of process reports.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700" b="1"/>
              <a:t>Problem statement:</a:t>
            </a:r>
            <a:r>
              <a:rPr lang="en-IN" sz="1700"/>
              <a:t> Complex command syntax slows operators, separate tools need manual chaining, and unrestricted LLM-generated shell commands can cause injection or false claims of success.</a:t>
            </a:r>
          </a:p>
          <a:p>
            <a:r>
              <a:rPr lang="en-IN" sz="1700" b="1"/>
              <a:t>Objectives:</a:t>
            </a:r>
          </a:p>
          <a:p>
            <a:r>
              <a:rPr lang="en-IN" sz="1700"/>
              <a:t>Turn chat requests into structured operations through AI function calling.</a:t>
            </a:r>
          </a:p>
          <a:p>
            <a:r>
              <a:rPr lang="en-IN" sz="1700"/>
              <a:t>Keep validation and execution in the backend, apart from the AI model.</a:t>
            </a:r>
          </a:p>
          <a:p>
            <a:r>
              <a:rPr lang="en-IN" sz="1700"/>
              <a:t>Keep a dynamic registry with tool visibility and execution permission.</a:t>
            </a:r>
          </a:p>
          <a:p>
            <a:r>
              <a:rPr lang="en-IN" sz="1700"/>
              <a:t>Run approved operations on Kali over SSH/SFTP, or in simulation mode.</a:t>
            </a:r>
          </a:p>
          <a:p>
            <a:r>
              <a:rPr lang="en-IN" sz="1700"/>
              <a:t>Accept PCAPs, logs and archives and keep investigation history.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 b="1"/>
              <a:t>Frontend:</a:t>
            </a:r>
            <a:r>
              <a:rPr lang="en-IN" sz="1800"/>
              <a:t> React 19, Vite</a:t>
            </a:r>
          </a:p>
          <a:p>
            <a:pPr lvl="0"/>
            <a:r>
              <a:rPr lang="en-IN" sz="1800" b="1"/>
              <a:t>Backend:</a:t>
            </a:r>
            <a:r>
              <a:rPr lang="en-IN" sz="1800"/>
              <a:t> FastAPI, Pydantic, SQLAlchemy</a:t>
            </a:r>
          </a:p>
          <a:p>
            <a:pPr lvl="0"/>
            <a:r>
              <a:rPr lang="en-IN" sz="1800" b="1"/>
              <a:t>AI:</a:t>
            </a:r>
            <a:r>
              <a:rPr lang="en-IN" sz="1800"/>
              <a:t> NVIDIA NIM, LLaMA 3.1 Nemotron 70B Instruct (function calling)</a:t>
            </a:r>
          </a:p>
          <a:p>
            <a:pPr lvl="0"/>
            <a:r>
              <a:rPr lang="en-IN" sz="1800" b="1"/>
              <a:t>Database:</a:t>
            </a:r>
            <a:r>
              <a:rPr lang="en-IN" sz="1800"/>
              <a:t> SQLite (tool registry, uploads, process records)</a:t>
            </a:r>
          </a:p>
          <a:p>
            <a:pPr lvl="0"/>
            <a:r>
              <a:rPr lang="en-IN" sz="1800" b="1"/>
              <a:t>Execution:</a:t>
            </a:r>
            <a:r>
              <a:rPr lang="en-IN" sz="1800"/>
              <a:t> Paramiko SSH/SFTP to a Kali Linux VM</a:t>
            </a:r>
          </a:p>
          <a:p>
            <a:pPr lvl="0"/>
            <a:r>
              <a:rPr lang="en-IN" sz="1800" b="1"/>
              <a:t>Testing:</a:t>
            </a:r>
            <a:r>
              <a:rPr lang="en-IN" sz="1800"/>
              <a:t> six security test cases, all reported as PASS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CD7-6301-746C-76DD-6268EF867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53" y="1474237"/>
            <a:ext cx="10668000" cy="4788159"/>
          </a:xfrm>
        </p:spPr>
        <p:txBody>
          <a:bodyPr/>
          <a:lstStyle/>
          <a:p>
            <a:endParaRPr lang="en-IN"/>
          </a:p>
          <a:p>
            <a:r>
              <a:rPr lang="en-IN" sz="1800" b="1"/>
              <a:t>Implementation</a:t>
            </a:r>
          </a:p>
          <a:p>
            <a:r>
              <a:rPr lang="en-IN" sz="1800"/>
              <a:t>The React interface sends JSON requests to FastAPI; the backend resolves the session and loads the tools enabled for the AI.</a:t>
            </a:r>
          </a:p>
          <a:p>
            <a:r>
              <a:rPr lang="en-IN" sz="1800"/>
              <a:t>The AI returns a structured function call, never raw shell authority.</a:t>
            </a:r>
          </a:p>
          <a:p>
            <a:r>
              <a:rPr lang="en-IN" sz="1800"/>
              <a:t>Gate 1: tool is enabled and in the registry. Gate 2: execution_allowed is true. Inputs are parsed with shlex and shell metacharacters are blocked.</a:t>
            </a:r>
          </a:p>
          <a:p>
            <a:r>
              <a:rPr lang="en-IN" sz="1800"/>
              <a:t>Uploads are checked for type and size (50 MB), hashed with SHA-256 and sent by SFTP to an isolated per-session path on Kali.</a:t>
            </a:r>
          </a:p>
          <a:p>
            <a:r>
              <a:rPr lang="en-IN" sz="1800"/>
              <a:t>stdout, stderr and exit status are captured, stored and summarised for the operator.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7ECB0A-8993-26DE-FF14-E991AA7B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124"/>
            <a:ext cx="10668000" cy="1216025"/>
          </a:xfrm>
        </p:spPr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SNAPSHOTS -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1" y="2429297"/>
            <a:ext cx="5200000" cy="2691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651" y="5490000"/>
            <a:ext cx="5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latin typeface="Verdana"/>
              </a:rPr>
              <a:t>Dashboard: tools, status, AI assistant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651" y="2429297"/>
            <a:ext cx="5200000" cy="26914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3651" y="5490000"/>
            <a:ext cx="5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latin typeface="Verdana"/>
              </a:rPr>
              <a:t>JARVIS Chat with Nmap and terminal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SNAPSHOTS - TOOL REGISTRY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1" y="2426758"/>
            <a:ext cx="5200000" cy="26964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651" y="5490000"/>
            <a:ext cx="5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latin typeface="Verdana"/>
              </a:rPr>
              <a:t>Kali Tool Registry and permissions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651" y="2429297"/>
            <a:ext cx="5200000" cy="26914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3651" y="5490000"/>
            <a:ext cx="5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latin typeface="Verdana"/>
              </a:rPr>
              <a:t>Tool visibility and execution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CDF4-57F7-6613-5DCA-4815453E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84916-1F35-924A-92B5-2F3A8446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/>
              <a:t>Developed JARVIS, a web platform that links a React interface, a FastAPI backend, an NVIDIA NIM model and a Kali Linux VM.</a:t>
            </a:r>
          </a:p>
          <a:p>
            <a:pPr lvl="0"/>
            <a:r>
              <a:rPr lang="en-IN" sz="1800"/>
              <a:t>Added a dynamic tool registry (163 tools shown), chat and voice input, a terminal, file analysis, history and reports.</a:t>
            </a:r>
          </a:p>
          <a:p>
            <a:pPr lvl="0"/>
            <a:r>
              <a:rPr lang="en-IN" sz="1800"/>
              <a:t>Used dual permission gates, command sanitising, upload validation and isolated remote paths.</a:t>
            </a:r>
          </a:p>
          <a:p>
            <a:pPr lvl="0"/>
            <a:r>
              <a:rPr lang="en-IN" sz="1800"/>
              <a:t>The project report lists six security test cases as PASS (unregistered tool, injection, disabled execution, bad upload).</a:t>
            </a:r>
          </a:p>
          <a:p>
            <a:pPr lvl="0"/>
            <a:r>
              <a:rPr lang="en-IN" sz="1800" b="1"/>
              <a:t>Outcome:</a:t>
            </a:r>
            <a:r>
              <a:rPr lang="en-IN" sz="1800"/>
              <a:t> A development and simulation platform that shows safe, structured AI-assisted tool orchestration.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BF6F0-C2FC-7E7A-1409-2BEC9DAF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Programming Review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3EB00-D66F-F5F0-DE9B-EBE9EF01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E0F71-280C-D713-B596-AD92732E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67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690465" y="979715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B9FE7-8273-A288-BEF3-1CCAFFA3A020}"/>
              </a:ext>
            </a:extLst>
          </p:cNvPr>
          <p:cNvSpPr txBox="1"/>
          <p:nvPr/>
        </p:nvSpPr>
        <p:spPr>
          <a:xfrm>
            <a:off x="802432" y="1940768"/>
            <a:ext cx="1045961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/>
              <a:t>Add </a:t>
            </a:r>
            <a:r>
              <a:rPr lang="en-IN" sz="1800" b="1"/>
              <a:t>WebSocket streaming</a:t>
            </a:r>
            <a:r>
              <a:rPr lang="en-IN" sz="1800"/>
              <a:t> for line-by-line progress on long scans.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/>
              <a:t>Evaluate </a:t>
            </a:r>
            <a:r>
              <a:rPr lang="en-IN" sz="1800" b="1"/>
              <a:t>local models</a:t>
            </a:r>
            <a:r>
              <a:rPr lang="en-IN" sz="1800"/>
              <a:t> (vLLM or Ollama) for offline or restricted networks.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/>
              <a:t>Explore </a:t>
            </a:r>
            <a:r>
              <a:rPr lang="en-IN" sz="1800" b="1"/>
              <a:t>multi-agent testing</a:t>
            </a:r>
            <a:r>
              <a:rPr lang="en-IN" sz="1800"/>
              <a:t> with explicit permissions.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/>
              <a:t>Generate </a:t>
            </a:r>
            <a:r>
              <a:rPr lang="en-IN" sz="1800" b="1"/>
              <a:t>compliance reports</a:t>
            </a:r>
            <a:r>
              <a:rPr lang="en-IN" sz="1800"/>
              <a:t> against OWASP and NIST SP 800-115.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/>
              <a:t>Harden operations: secret rotation, </a:t>
            </a:r>
            <a:r>
              <a:rPr lang="en-IN" sz="1800" b="1"/>
              <a:t>SSH host-key checks</a:t>
            </a:r>
            <a:r>
              <a:rPr lang="en-IN" sz="1800"/>
              <a:t>, log retention, concurrency.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/>
              <a:t>Test beyond the host-only VM setup before any wider deployment.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1F77-6F71-748A-F207-91106868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B4ACC9-EF40-C3A4-F211-C87115A8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Programming Review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68E17-765A-3E51-9352-7D1891CE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50793-00FA-1DF6-434A-E4C64275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D8E8A-A451-FC94-DFDE-C5AEC9DF4067}"/>
              </a:ext>
            </a:extLst>
          </p:cNvPr>
          <p:cNvSpPr txBox="1"/>
          <p:nvPr/>
        </p:nvSpPr>
        <p:spPr>
          <a:xfrm>
            <a:off x="1138335" y="2174032"/>
            <a:ext cx="100210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/>
              <a:t>JARVIS connects a React interface, a FastAPI backend, an NVIDIA NIM model and a Kali Linux target in one controlled workflow.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/>
              <a:t>Its main idea is to keep AI planning separate from deterministic validation and execution, using a registry, dual gates, input checks and process records.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/>
              <a:t>Overall, JARVIS shows how natural-language security operations can be made observable and safer, within a development and simulation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1727375252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- FRONTEND</a:t>
            </a:r>
          </a:p>
        </p:txBody>
      </p:sp>
      <p:pic>
        <p:nvPicPr>
          <p:cNvPr id="3" name="Picture 2" descr="jsr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13" y="2150000"/>
            <a:ext cx="5066875" cy="32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651" y="5490000"/>
            <a:ext cx="520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latin typeface="Verdana"/>
              </a:rPr>
              <a:t>Dashboard.jsx: tool categories and dashboard state</a:t>
            </a:r>
          </a:p>
        </p:txBody>
      </p:sp>
      <p:pic>
        <p:nvPicPr>
          <p:cNvPr id="5" name="Picture 4" descr="jsr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222" y="2150000"/>
            <a:ext cx="5126857" cy="32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23651" y="5490000"/>
            <a:ext cx="520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latin typeface="Verdana"/>
              </a:rPr>
              <a:t>FileAnalysis.jsx: file list and upload to the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- CHAT</a:t>
            </a:r>
          </a:p>
        </p:txBody>
      </p:sp>
      <p:pic>
        <p:nvPicPr>
          <p:cNvPr id="3" name="Picture 2" descr="jsr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771" y="2150000"/>
            <a:ext cx="5135759" cy="32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89651" y="5490000"/>
            <a:ext cx="5200000" cy="3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latin typeface="Verdana"/>
              </a:rPr>
              <a:t>KaliChat.jsx: chat state, upload and voice input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</TotalTime>
  <Words>601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Times New Roman</vt:lpstr>
      <vt:lpstr>Verdana</vt:lpstr>
      <vt:lpstr>Wingdings</vt:lpstr>
      <vt:lpstr>Profile</vt:lpstr>
      <vt:lpstr>PowerPoint Presentation</vt:lpstr>
      <vt:lpstr>ABSTRACT</vt:lpstr>
      <vt:lpstr>PROBLEM STATEMENT / OBJECTIVE</vt:lpstr>
      <vt:lpstr>TOOLS, TECHNOLOGIES AND IMPLEMENTATION</vt:lpstr>
      <vt:lpstr>TOOLS, TECHNOLOGIES AND IMPLEMENTATION</vt:lpstr>
      <vt:lpstr>PROJECT OUTCOME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QueueZero - Campus Canteen Pre-Order System</dc:title>
  <dc:creator>Rupmala R</dc:creator>
  <cp:lastModifiedBy>Kavin Sakthi R</cp:lastModifiedBy>
  <cp:revision>44</cp:revision>
  <dcterms:created xsi:type="dcterms:W3CDTF">2023-08-03T04:32:32Z</dcterms:created>
  <dcterms:modified xsi:type="dcterms:W3CDTF">2026-10-15T18:53:51Z</dcterms:modified>
  <dc:subject>Web Programming Project Review</dc:subject>
</cp:coreProperties>
</file>